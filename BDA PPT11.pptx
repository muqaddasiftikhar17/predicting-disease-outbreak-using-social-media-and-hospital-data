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  <p:sldId id="261" r:id="rId6"/>
    <p:sldId id="262" r:id="rId7"/>
    <p:sldId id="268" r:id="rId8"/>
    <p:sldId id="263" r:id="rId9"/>
    <p:sldId id="264" r:id="rId10"/>
    <p:sldId id="269" r:id="rId11"/>
    <p:sldId id="270" r:id="rId12"/>
    <p:sldId id="271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5000" dirty="0"/>
              <a:t>Predicting Disease Outbreak using Social Media &amp; Hospital Data</a:t>
            </a:r>
            <a:endParaRPr lang="en-US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fontScale="55000" lnSpcReduction="20000"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By: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Rayyan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ahsan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F2022332051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muqaddas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Iftikhar – F2022332052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0381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 dirty="0"/>
              <a:t>Overview and Problem Statement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Data Pipeline &amp; Methodology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Machine Learning Implementation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Results &amp; Performance Analysis</a:t>
            </a:r>
            <a:endParaRPr lang="en-US" sz="2500" dirty="0"/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Conclusion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500" dirty="0"/>
              <a:t>Analyze Twitter data related to COVID-19 using Big Data technologies</a:t>
            </a: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 Classify tweets as "Normal Tweet" vs. "Outbreak Tweet" using machine learning</a:t>
            </a: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 Discover key discussion topics using topic modeling</a:t>
            </a:r>
            <a:endParaRPr lang="en-US" sz="2500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/>
              <a:t>Social media generates massive volumes of unstructured data during global events</a:t>
            </a:r>
            <a:endParaRPr lang="en-US" sz="21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/>
              <a:t>Manual analysis of millions of tweets is impractical</a:t>
            </a:r>
            <a:endParaRPr lang="en-US" sz="21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100" dirty="0"/>
              <a:t>Need automated systems to extract meaningful insights about public sentiment during pandemics</a:t>
            </a:r>
            <a:endParaRPr lang="en-US" sz="2100" dirty="0"/>
          </a:p>
          <a:p>
            <a:r>
              <a:rPr lang="en-US" sz="2100" b="1" dirty="0"/>
              <a:t>Tools and Technologies:</a:t>
            </a:r>
            <a:endParaRPr lang="en-US" sz="21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</a:t>
            </a:r>
            <a:r>
              <a:rPr lang="en-US" sz="2100" b="1" dirty="0" err="1"/>
              <a:t>PySpark</a:t>
            </a:r>
            <a:r>
              <a:rPr lang="en-US" sz="2100" dirty="0"/>
              <a:t> (Primary processing engine)</a:t>
            </a:r>
            <a:endParaRPr lang="en-US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Google </a:t>
            </a:r>
            <a:r>
              <a:rPr lang="en-US" sz="2100" b="1" dirty="0" err="1"/>
              <a:t>Colab</a:t>
            </a:r>
            <a:r>
              <a:rPr lang="en-US" sz="2100" dirty="0"/>
              <a:t> (Cloud execution environment)</a:t>
            </a:r>
            <a:endParaRPr lang="en-US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Python Libraries:</a:t>
            </a:r>
            <a:r>
              <a:rPr lang="en-US" sz="2100" dirty="0"/>
              <a:t> NLTK, Scikit-learn, Matplotlib</a:t>
            </a:r>
            <a:endParaRPr lang="en-US" sz="21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b="1" dirty="0"/>
              <a:t>   Big Data Approach:</a:t>
            </a:r>
            <a:r>
              <a:rPr lang="en-US" sz="2100" dirty="0"/>
              <a:t> Distributed computing for large-scale text processing</a:t>
            </a:r>
            <a:endParaRPr lang="en-US" sz="2100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sz="4800">
                <a:sym typeface="+mn-ea"/>
              </a:rPr>
              <a:t>1. Data Collection</a:t>
            </a:r>
            <a:r>
              <a:rPr lang="en-US" sz="4800">
                <a:sym typeface="+mn-ea"/>
              </a:rPr>
              <a:t>(Kaggle)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2. Preprocessing &amp; NLP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3. Feature Engineering (TF-IDF)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4. Machine Learning Model</a:t>
            </a:r>
            <a:endParaRPr sz="4800">
              <a:sym typeface="+mn-ea"/>
            </a:endParaRPr>
          </a:p>
          <a:p>
            <a:r>
              <a:rPr sz="4800">
                <a:sym typeface="+mn-ea"/>
              </a:rPr>
              <a:t>5. Prediction &amp; Evaluation</a:t>
            </a:r>
            <a:endParaRPr sz="4800">
              <a:sym typeface="+mn-ea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Methodology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• Removed nulls &amp; duplicates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Text cleaning &amp; tokenization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Stopword removal &amp; lemmatization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Train-Test split (80/20)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sz="3000" b="1" dirty="0"/>
              <a:t>Label Creation Strategy:</a:t>
            </a:r>
            <a:endParaRPr lang="en-US" sz="3000" dirty="0"/>
          </a:p>
          <a:p>
            <a:r>
              <a:rPr lang="en-US" sz="3000" b="1" dirty="0"/>
              <a:t>Outbreak Tweets (Label 1):</a:t>
            </a:r>
            <a:r>
              <a:rPr lang="en-US" sz="3000" dirty="0"/>
              <a:t> Contains keywords: "death", "hospital", "</a:t>
            </a:r>
            <a:r>
              <a:rPr lang="en-US" sz="3000" dirty="0" err="1"/>
              <a:t>icu</a:t>
            </a:r>
            <a:r>
              <a:rPr lang="en-US" sz="3000" dirty="0"/>
              <a:t>", "infection"</a:t>
            </a:r>
            <a:endParaRPr lang="en-US" sz="3000" dirty="0"/>
          </a:p>
          <a:p>
            <a:r>
              <a:rPr sz="3000">
                <a:sym typeface="+mn-ea"/>
              </a:rPr>
              <a:t>• Model: Logistic Regression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• Labels: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  - Outbreak Tweet = 1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  - Normal Tweet = 0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• Topic Modeling using LDA</a:t>
            </a:r>
            <a:endParaRPr sz="3000">
              <a:sym typeface="+mn-ea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07726"/>
          </a:xfrm>
        </p:spPr>
        <p:txBody>
          <a:bodyPr/>
          <a:lstStyle/>
          <a:p>
            <a:r>
              <a:rPr lang="en-US" dirty="0"/>
              <a:t>Results &amp; Performance Analysis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" t="58362" r="34760"/>
          <a:stretch>
            <a:fillRect/>
          </a:stretch>
        </p:blipFill>
        <p:spPr>
          <a:xfrm>
            <a:off x="1196340" y="2172335"/>
            <a:ext cx="4017645" cy="2787015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0" t="62152" r="64920"/>
          <a:stretch>
            <a:fillRect/>
          </a:stretch>
        </p:blipFill>
        <p:spPr>
          <a:xfrm>
            <a:off x="5777230" y="2273300"/>
            <a:ext cx="3740150" cy="17894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4" t="56276"/>
          <a:stretch>
            <a:fillRect/>
          </a:stretch>
        </p:blipFill>
        <p:spPr>
          <a:xfrm>
            <a:off x="5889625" y="4151630"/>
            <a:ext cx="4801870" cy="1730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Graphs</a:t>
            </a:r>
            <a:endParaRPr lang="en-US"/>
          </a:p>
        </p:txBody>
      </p:sp>
      <p:pic>
        <p:nvPicPr>
          <p:cNvPr id="10" name="Picture 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6305" y="1999615"/>
            <a:ext cx="4290060" cy="3761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90" y="2478405"/>
            <a:ext cx="2565400" cy="2653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620" y="2478405"/>
            <a:ext cx="2673985" cy="274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7" name="Picture 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97280" y="1962150"/>
            <a:ext cx="5112385" cy="291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65" y="1962150"/>
            <a:ext cx="4174490" cy="313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12" name="Picture 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40685" y="2058035"/>
            <a:ext cx="4276090" cy="376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processed large-scale Twitter data using </a:t>
            </a:r>
            <a:r>
              <a:rPr lang="en-US" dirty="0" err="1"/>
              <a:t>PySpark</a:t>
            </a:r>
            <a:endParaRPr lang="en-US" dirty="0"/>
          </a:p>
          <a:p>
            <a:r>
              <a:rPr lang="en-US" dirty="0"/>
              <a:t>Built a classifier with 89.3% accuracy for outbreak-related tweets</a:t>
            </a:r>
            <a:endParaRPr lang="en-US" dirty="0"/>
          </a:p>
          <a:p>
            <a:r>
              <a:rPr lang="en-US" dirty="0"/>
              <a:t>Extracted meaningful topics from unstructured social media data</a:t>
            </a:r>
            <a:endParaRPr lang="en-US" dirty="0"/>
          </a:p>
          <a:p>
            <a:r>
              <a:rPr lang="en-US" dirty="0"/>
              <a:t>Demonstrated the power of distributed computing for NLP tasks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/>
</ds:datastoreItem>
</file>

<file path=customXml/itemProps2.xml><?xml version="1.0" encoding="utf-8"?>
<ds:datastoreItem xmlns:ds="http://schemas.openxmlformats.org/officeDocument/2006/customXml" ds:itemID="{19DAD249-BF80-48EF-9AFB-36A11BCDC2CE}">
  <ds:schemaRefs/>
</ds:datastoreItem>
</file>

<file path=customXml/itemProps3.xml><?xml version="1.0" encoding="utf-8"?>
<ds:datastoreItem xmlns:ds="http://schemas.openxmlformats.org/officeDocument/2006/customXml" ds:itemID="{C5A59D56-2157-4202-9D02-F44E447A241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{8DCE492E-4DA6-48BD-BBAC-BE30B3C5C149}TFf0a5ceae-4542-492d-822e-d65a94fb0e1e3b562c5a_win32-009a0557e699</Template>
  <TotalTime>0</TotalTime>
  <Words>1764</Words>
  <Application>WPS Presentation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Franklin Gothic Book</vt:lpstr>
      <vt:lpstr>Bookman Old Style</vt:lpstr>
      <vt:lpstr>Microsoft YaHei</vt:lpstr>
      <vt:lpstr>Arial Unicode MS</vt:lpstr>
      <vt:lpstr>Custom</vt:lpstr>
      <vt:lpstr>Predicting Disease Outbreak using Social Media &amp; Hospital Data</vt:lpstr>
      <vt:lpstr>Outline:</vt:lpstr>
      <vt:lpstr>Overview</vt:lpstr>
      <vt:lpstr>Problem Statement</vt:lpstr>
      <vt:lpstr>Data Pipeline &amp; Methodology</vt:lpstr>
      <vt:lpstr>PowerPoint 演示文稿</vt:lpstr>
      <vt:lpstr>Machine Learning Implementation</vt:lpstr>
      <vt:lpstr>Results &amp; Performance Analysis</vt:lpstr>
      <vt:lpstr>PowerPoint 演示文稿</vt:lpstr>
      <vt:lpstr>PowerPoint 演示文稿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Mehroo Iftikhar</dc:creator>
  <cp:lastModifiedBy>Rayyan Ahsan</cp:lastModifiedBy>
  <cp:revision>3</cp:revision>
  <dcterms:created xsi:type="dcterms:W3CDTF">2026-01-13T18:09:00Z</dcterms:created>
  <dcterms:modified xsi:type="dcterms:W3CDTF">2026-01-14T17:36:03Z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710DA8D480F742509AE3F09B98F9EFAD_13</vt:lpwstr>
  </property>
  <property fmtid="{D5CDD505-2E9C-101B-9397-08002B2CF9AE}" pid="4" name="KSOProductBuildVer">
    <vt:lpwstr>1033-12.2.0.23196</vt:lpwstr>
  </property>
</Properties>
</file>